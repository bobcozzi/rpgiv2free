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theme/themeManager.xml" ContentType="application/vnd.openxmlformats-officedocument.themeManager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themeVariants/variant1/theme/presentation.xml" ContentType="application/vnd.openxmlformats-officedocument.presentationml.presentation.main+xml"/>
  <Override PartName="/themeVariants/variant1/theme/slideLayouts/slideLayout1.xml" ContentType="application/vnd.openxmlformats-officedocument.presentationml.slideLayout+xml"/>
  <Override PartName="/themeVariants/variant1/theme/slideLayouts/slideLayout10.xml" ContentType="application/vnd.openxmlformats-officedocument.presentationml.slideLayout+xml"/>
  <Override PartName="/themeVariants/variant1/theme/slideLayouts/slideLayout11.xml" ContentType="application/vnd.openxmlformats-officedocument.presentationml.slideLayout+xml"/>
  <Override PartName="/themeVariants/variant1/theme/slideLayouts/slideLayout12.xml" ContentType="application/vnd.openxmlformats-officedocument.presentationml.slideLayout+xml"/>
  <Override PartName="/themeVariants/variant1/theme/slideLayouts/slideLayout13.xml" ContentType="application/vnd.openxmlformats-officedocument.presentationml.slideLayout+xml"/>
  <Override PartName="/themeVariants/variant1/theme/slideLayouts/slideLayout14.xml" ContentType="application/vnd.openxmlformats-officedocument.presentationml.slideLayout+xml"/>
  <Override PartName="/themeVariants/variant1/theme/slideLayouts/slideLayout15.xml" ContentType="application/vnd.openxmlformats-officedocument.presentationml.slideLayout+xml"/>
  <Override PartName="/themeVariants/variant1/theme/slideLayouts/slideLayout16.xml" ContentType="application/vnd.openxmlformats-officedocument.presentationml.slideLayout+xml"/>
  <Override PartName="/themeVariants/variant1/theme/slideLayouts/slideLayout2.xml" ContentType="application/vnd.openxmlformats-officedocument.presentationml.slideLayout+xml"/>
  <Override PartName="/themeVariants/variant1/theme/slideLayouts/slideLayout3.xml" ContentType="application/vnd.openxmlformats-officedocument.presentationml.slideLayout+xml"/>
  <Override PartName="/themeVariants/variant1/theme/slideLayouts/slideLayout4.xml" ContentType="application/vnd.openxmlformats-officedocument.presentationml.slideLayout+xml"/>
  <Override PartName="/themeVariants/variant1/theme/slideLayouts/slideLayout5.xml" ContentType="application/vnd.openxmlformats-officedocument.presentationml.slideLayout+xml"/>
  <Override PartName="/themeVariants/variant1/theme/slideLayouts/slideLayout6.xml" ContentType="application/vnd.openxmlformats-officedocument.presentationml.slideLayout+xml"/>
  <Override PartName="/themeVariants/variant1/theme/slideLayouts/slideLayout7.xml" ContentType="application/vnd.openxmlformats-officedocument.presentationml.slideLayout+xml"/>
  <Override PartName="/themeVariants/variant1/theme/slideLayouts/slideLayout8.xml" ContentType="application/vnd.openxmlformats-officedocument.presentationml.slideLayout+xml"/>
  <Override PartName="/themeVariants/variant1/theme/slideLayouts/slideLayout9.xml" ContentType="application/vnd.openxmlformats-officedocument.presentationml.slideLayout+xml"/>
  <Override PartName="/themeVariants/variant1/theme/slideMasters/slideMaster1.xml" ContentType="application/vnd.openxmlformats-officedocument.presentationml.slideMaster+xml"/>
  <Override PartName="/themeVariants/variant1/theme/theme/theme1.xml" ContentType="application/vnd.openxmlformats-officedocument.theme+xml"/>
  <Override PartName="/themeVariants/variant1/theme/theme/themeManager.xml" ContentType="application/vnd.openxmlformats-officedocument.themeManager+xml"/>
  <Override PartName="/themeVariants/variant2/theme/presentation.xml" ContentType="application/vnd.openxmlformats-officedocument.presentationml.presentation.main+xml"/>
  <Override PartName="/themeVariants/variant2/theme/slideLayouts/slideLayout1.xml" ContentType="application/vnd.openxmlformats-officedocument.presentationml.slideLayout+xml"/>
  <Override PartName="/themeVariants/variant2/theme/slideLayouts/slideLayout10.xml" ContentType="application/vnd.openxmlformats-officedocument.presentationml.slideLayout+xml"/>
  <Override PartName="/themeVariants/variant2/theme/slideLayouts/slideLayout11.xml" ContentType="application/vnd.openxmlformats-officedocument.presentationml.slideLayout+xml"/>
  <Override PartName="/themeVariants/variant2/theme/slideLayouts/slideLayout12.xml" ContentType="application/vnd.openxmlformats-officedocument.presentationml.slideLayout+xml"/>
  <Override PartName="/themeVariants/variant2/theme/slideLayouts/slideLayout13.xml" ContentType="application/vnd.openxmlformats-officedocument.presentationml.slideLayout+xml"/>
  <Override PartName="/themeVariants/variant2/theme/slideLayouts/slideLayout14.xml" ContentType="application/vnd.openxmlformats-officedocument.presentationml.slideLayout+xml"/>
  <Override PartName="/themeVariants/variant2/theme/slideLayouts/slideLayout15.xml" ContentType="application/vnd.openxmlformats-officedocument.presentationml.slideLayout+xml"/>
  <Override PartName="/themeVariants/variant2/theme/slideLayouts/slideLayout16.xml" ContentType="application/vnd.openxmlformats-officedocument.presentationml.slideLayout+xml"/>
  <Override PartName="/themeVariants/variant2/theme/slideLayouts/slideLayout2.xml" ContentType="application/vnd.openxmlformats-officedocument.presentationml.slideLayout+xml"/>
  <Override PartName="/themeVariants/variant2/theme/slideLayouts/slideLayout3.xml" ContentType="application/vnd.openxmlformats-officedocument.presentationml.slideLayout+xml"/>
  <Override PartName="/themeVariants/variant2/theme/slideLayouts/slideLayout4.xml" ContentType="application/vnd.openxmlformats-officedocument.presentationml.slideLayout+xml"/>
  <Override PartName="/themeVariants/variant2/theme/slideLayouts/slideLayout5.xml" ContentType="application/vnd.openxmlformats-officedocument.presentationml.slideLayout+xml"/>
  <Override PartName="/themeVariants/variant2/theme/slideLayouts/slideLayout6.xml" ContentType="application/vnd.openxmlformats-officedocument.presentationml.slideLayout+xml"/>
  <Override PartName="/themeVariants/variant2/theme/slideLayouts/slideLayout7.xml" ContentType="application/vnd.openxmlformats-officedocument.presentationml.slideLayout+xml"/>
  <Override PartName="/themeVariants/variant2/theme/slideLayouts/slideLayout8.xml" ContentType="application/vnd.openxmlformats-officedocument.presentationml.slideLayout+xml"/>
  <Override PartName="/themeVariants/variant2/theme/slideLayouts/slideLayout9.xml" ContentType="application/vnd.openxmlformats-officedocument.presentationml.slideLayout+xml"/>
  <Override PartName="/themeVariants/variant2/theme/slideMasters/slideMaster1.xml" ContentType="application/vnd.openxmlformats-officedocument.presentationml.slideMaster+xml"/>
  <Override PartName="/themeVariants/variant2/theme/theme/theme1.xml" ContentType="application/vnd.openxmlformats-officedocument.theme+xml"/>
  <Override PartName="/themeVariants/variant2/theme/theme/themeManager.xml" ContentType="application/vnd.openxmlformats-officedocument.themeManager+xml"/>
  <Override PartName="/themeVariants/variant3/theme/presentation.xml" ContentType="application/vnd.openxmlformats-officedocument.presentationml.presentation.main+xml"/>
  <Override PartName="/themeVariants/variant3/theme/slideLayouts/slideLayout1.xml" ContentType="application/vnd.openxmlformats-officedocument.presentationml.slideLayout+xml"/>
  <Override PartName="/themeVariants/variant3/theme/slideLayouts/slideLayout10.xml" ContentType="application/vnd.openxmlformats-officedocument.presentationml.slideLayout+xml"/>
  <Override PartName="/themeVariants/variant3/theme/slideLayouts/slideLayout11.xml" ContentType="application/vnd.openxmlformats-officedocument.presentationml.slideLayout+xml"/>
  <Override PartName="/themeVariants/variant3/theme/slideLayouts/slideLayout12.xml" ContentType="application/vnd.openxmlformats-officedocument.presentationml.slideLayout+xml"/>
  <Override PartName="/themeVariants/variant3/theme/slideLayouts/slideLayout13.xml" ContentType="application/vnd.openxmlformats-officedocument.presentationml.slideLayout+xml"/>
  <Override PartName="/themeVariants/variant3/theme/slideLayouts/slideLayout14.xml" ContentType="application/vnd.openxmlformats-officedocument.presentationml.slideLayout+xml"/>
  <Override PartName="/themeVariants/variant3/theme/slideLayouts/slideLayout15.xml" ContentType="application/vnd.openxmlformats-officedocument.presentationml.slideLayout+xml"/>
  <Override PartName="/themeVariants/variant3/theme/slideLayouts/slideLayout16.xml" ContentType="application/vnd.openxmlformats-officedocument.presentationml.slideLayout+xml"/>
  <Override PartName="/themeVariants/variant3/theme/slideLayouts/slideLayout2.xml" ContentType="application/vnd.openxmlformats-officedocument.presentationml.slideLayout+xml"/>
  <Override PartName="/themeVariants/variant3/theme/slideLayouts/slideLayout3.xml" ContentType="application/vnd.openxmlformats-officedocument.presentationml.slideLayout+xml"/>
  <Override PartName="/themeVariants/variant3/theme/slideLayouts/slideLayout4.xml" ContentType="application/vnd.openxmlformats-officedocument.presentationml.slideLayout+xml"/>
  <Override PartName="/themeVariants/variant3/theme/slideLayouts/slideLayout5.xml" ContentType="application/vnd.openxmlformats-officedocument.presentationml.slideLayout+xml"/>
  <Override PartName="/themeVariants/variant3/theme/slideLayouts/slideLayout6.xml" ContentType="application/vnd.openxmlformats-officedocument.presentationml.slideLayout+xml"/>
  <Override PartName="/themeVariants/variant3/theme/slideLayouts/slideLayout7.xml" ContentType="application/vnd.openxmlformats-officedocument.presentationml.slideLayout+xml"/>
  <Override PartName="/themeVariants/variant3/theme/slideLayouts/slideLayout8.xml" ContentType="application/vnd.openxmlformats-officedocument.presentationml.slideLayout+xml"/>
  <Override PartName="/themeVariants/variant3/theme/slideLayouts/slideLayout9.xml" ContentType="application/vnd.openxmlformats-officedocument.presentationml.slideLayout+xml"/>
  <Override PartName="/themeVariants/variant3/theme/slideMasters/slideMaster1.xml" ContentType="application/vnd.openxmlformats-officedocument.presentationml.slideMaster+xml"/>
  <Override PartName="/themeVariants/variant3/theme/theme/theme1.xml" ContentType="application/vnd.openxmlformats-officedocument.theme+xml"/>
  <Override PartName="/themeVariants/variant3/theme/theme/themeManager.xml" ContentType="application/vnd.openxmlformats-officedocument.themeManager+xml"/>
  <Override PartName="/themeVariants/variant4/theme/presentation.xml" ContentType="application/vnd.openxmlformats-officedocument.presentationml.presentation.main+xml"/>
  <Override PartName="/themeVariants/variant4/theme/slideLayouts/slideLayout1.xml" ContentType="application/vnd.openxmlformats-officedocument.presentationml.slideLayout+xml"/>
  <Override PartName="/themeVariants/variant4/theme/slideLayouts/slideLayout10.xml" ContentType="application/vnd.openxmlformats-officedocument.presentationml.slideLayout+xml"/>
  <Override PartName="/themeVariants/variant4/theme/slideLayouts/slideLayout11.xml" ContentType="application/vnd.openxmlformats-officedocument.presentationml.slideLayout+xml"/>
  <Override PartName="/themeVariants/variant4/theme/slideLayouts/slideLayout12.xml" ContentType="application/vnd.openxmlformats-officedocument.presentationml.slideLayout+xml"/>
  <Override PartName="/themeVariants/variant4/theme/slideLayouts/slideLayout13.xml" ContentType="application/vnd.openxmlformats-officedocument.presentationml.slideLayout+xml"/>
  <Override PartName="/themeVariants/variant4/theme/slideLayouts/slideLayout14.xml" ContentType="application/vnd.openxmlformats-officedocument.presentationml.slideLayout+xml"/>
  <Override PartName="/themeVariants/variant4/theme/slideLayouts/slideLayout15.xml" ContentType="application/vnd.openxmlformats-officedocument.presentationml.slideLayout+xml"/>
  <Override PartName="/themeVariants/variant4/theme/slideLayouts/slideLayout16.xml" ContentType="application/vnd.openxmlformats-officedocument.presentationml.slideLayout+xml"/>
  <Override PartName="/themeVariants/variant4/theme/slideLayouts/slideLayout2.xml" ContentType="application/vnd.openxmlformats-officedocument.presentationml.slideLayout+xml"/>
  <Override PartName="/themeVariants/variant4/theme/slideLayouts/slideLayout3.xml" ContentType="application/vnd.openxmlformats-officedocument.presentationml.slideLayout+xml"/>
  <Override PartName="/themeVariants/variant4/theme/slideLayouts/slideLayout4.xml" ContentType="application/vnd.openxmlformats-officedocument.presentationml.slideLayout+xml"/>
  <Override PartName="/themeVariants/variant4/theme/slideLayouts/slideLayout5.xml" ContentType="application/vnd.openxmlformats-officedocument.presentationml.slideLayout+xml"/>
  <Override PartName="/themeVariants/variant4/theme/slideLayouts/slideLayout6.xml" ContentType="application/vnd.openxmlformats-officedocument.presentationml.slideLayout+xml"/>
  <Override PartName="/themeVariants/variant4/theme/slideLayouts/slideLayout7.xml" ContentType="application/vnd.openxmlformats-officedocument.presentationml.slideLayout+xml"/>
  <Override PartName="/themeVariants/variant4/theme/slideLayouts/slideLayout8.xml" ContentType="application/vnd.openxmlformats-officedocument.presentationml.slideLayout+xml"/>
  <Override PartName="/themeVariants/variant4/theme/slideLayouts/slideLayout9.xml" ContentType="application/vnd.openxmlformats-officedocument.presentationml.slideLayout+xml"/>
  <Override PartName="/themeVariants/variant4/theme/slideMasters/slideMaster1.xml" ContentType="application/vnd.openxmlformats-officedocument.presentationml.slideMaster+xml"/>
  <Override PartName="/themeVariants/variant4/theme/theme/theme1.xml" ContentType="application/vnd.openxmlformats-officedocument.theme+xml"/>
  <Override PartName="/themeVariants/variant4/theme/theme/themeManager.xml" ContentType="application/vnd.openxmlformats-officedocument.themeManager+xml"/>
  <Override PartName="/themeVariants/variant5/theme/presentation.xml" ContentType="application/vnd.openxmlformats-officedocument.presentationml.presentation.main+xml"/>
  <Override PartName="/themeVariants/variant5/theme/slideLayouts/slideLayout1.xml" ContentType="application/vnd.openxmlformats-officedocument.presentationml.slideLayout+xml"/>
  <Override PartName="/themeVariants/variant5/theme/slideLayouts/slideLayout10.xml" ContentType="application/vnd.openxmlformats-officedocument.presentationml.slideLayout+xml"/>
  <Override PartName="/themeVariants/variant5/theme/slideLayouts/slideLayout11.xml" ContentType="application/vnd.openxmlformats-officedocument.presentationml.slideLayout+xml"/>
  <Override PartName="/themeVariants/variant5/theme/slideLayouts/slideLayout12.xml" ContentType="application/vnd.openxmlformats-officedocument.presentationml.slideLayout+xml"/>
  <Override PartName="/themeVariants/variant5/theme/slideLayouts/slideLayout13.xml" ContentType="application/vnd.openxmlformats-officedocument.presentationml.slideLayout+xml"/>
  <Override PartName="/themeVariants/variant5/theme/slideLayouts/slideLayout14.xml" ContentType="application/vnd.openxmlformats-officedocument.presentationml.slideLayout+xml"/>
  <Override PartName="/themeVariants/variant5/theme/slideLayouts/slideLayout15.xml" ContentType="application/vnd.openxmlformats-officedocument.presentationml.slideLayout+xml"/>
  <Override PartName="/themeVariants/variant5/theme/slideLayouts/slideLayout16.xml" ContentType="application/vnd.openxmlformats-officedocument.presentationml.slideLayout+xml"/>
  <Override PartName="/themeVariants/variant5/theme/slideLayouts/slideLayout2.xml" ContentType="application/vnd.openxmlformats-officedocument.presentationml.slideLayout+xml"/>
  <Override PartName="/themeVariants/variant5/theme/slideLayouts/slideLayout3.xml" ContentType="application/vnd.openxmlformats-officedocument.presentationml.slideLayout+xml"/>
  <Override PartName="/themeVariants/variant5/theme/slideLayouts/slideLayout4.xml" ContentType="application/vnd.openxmlformats-officedocument.presentationml.slideLayout+xml"/>
  <Override PartName="/themeVariants/variant5/theme/slideLayouts/slideLayout5.xml" ContentType="application/vnd.openxmlformats-officedocument.presentationml.slideLayout+xml"/>
  <Override PartName="/themeVariants/variant5/theme/slideLayouts/slideLayout6.xml" ContentType="application/vnd.openxmlformats-officedocument.presentationml.slideLayout+xml"/>
  <Override PartName="/themeVariants/variant5/theme/slideLayouts/slideLayout7.xml" ContentType="application/vnd.openxmlformats-officedocument.presentationml.slideLayout+xml"/>
  <Override PartName="/themeVariants/variant5/theme/slideLayouts/slideLayout8.xml" ContentType="application/vnd.openxmlformats-officedocument.presentationml.slideLayout+xml"/>
  <Override PartName="/themeVariants/variant5/theme/slideLayouts/slideLayout9.xml" ContentType="application/vnd.openxmlformats-officedocument.presentationml.slideLayout+xml"/>
  <Override PartName="/themeVariants/variant5/theme/slideMasters/slideMaster1.xml" ContentType="application/vnd.openxmlformats-officedocument.presentationml.slideMaster+xml"/>
  <Override PartName="/themeVariants/variant5/theme/theme/theme1.xml" ContentType="application/vnd.openxmlformats-officedocument.theme+xml"/>
  <Override PartName="/themeVariants/variant5/theme/theme/themeManager.xml" ContentType="application/vnd.openxmlformats-officedocument.themeManager+xml"/>
  <Override PartName="/themeVariants/variant6/theme/presentation.xml" ContentType="application/vnd.openxmlformats-officedocument.presentationml.presentation.main+xml"/>
  <Override PartName="/themeVariants/variant6/theme/slideLayouts/slideLayout1.xml" ContentType="application/vnd.openxmlformats-officedocument.presentationml.slideLayout+xml"/>
  <Override PartName="/themeVariants/variant6/theme/slideLayouts/slideLayout10.xml" ContentType="application/vnd.openxmlformats-officedocument.presentationml.slideLayout+xml"/>
  <Override PartName="/themeVariants/variant6/theme/slideLayouts/slideLayout11.xml" ContentType="application/vnd.openxmlformats-officedocument.presentationml.slideLayout+xml"/>
  <Override PartName="/themeVariants/variant6/theme/slideLayouts/slideLayout12.xml" ContentType="application/vnd.openxmlformats-officedocument.presentationml.slideLayout+xml"/>
  <Override PartName="/themeVariants/variant6/theme/slideLayouts/slideLayout13.xml" ContentType="application/vnd.openxmlformats-officedocument.presentationml.slideLayout+xml"/>
  <Override PartName="/themeVariants/variant6/theme/slideLayouts/slideLayout14.xml" ContentType="application/vnd.openxmlformats-officedocument.presentationml.slideLayout+xml"/>
  <Override PartName="/themeVariants/variant6/theme/slideLayouts/slideLayout15.xml" ContentType="application/vnd.openxmlformats-officedocument.presentationml.slideLayout+xml"/>
  <Override PartName="/themeVariants/variant6/theme/slideLayouts/slideLayout16.xml" ContentType="application/vnd.openxmlformats-officedocument.presentationml.slideLayout+xml"/>
  <Override PartName="/themeVariants/variant6/theme/slideLayouts/slideLayout2.xml" ContentType="application/vnd.openxmlformats-officedocument.presentationml.slideLayout+xml"/>
  <Override PartName="/themeVariants/variant6/theme/slideLayouts/slideLayout3.xml" ContentType="application/vnd.openxmlformats-officedocument.presentationml.slideLayout+xml"/>
  <Override PartName="/themeVariants/variant6/theme/slideLayouts/slideLayout4.xml" ContentType="application/vnd.openxmlformats-officedocument.presentationml.slideLayout+xml"/>
  <Override PartName="/themeVariants/variant6/theme/slideLayouts/slideLayout5.xml" ContentType="application/vnd.openxmlformats-officedocument.presentationml.slideLayout+xml"/>
  <Override PartName="/themeVariants/variant6/theme/slideLayouts/slideLayout6.xml" ContentType="application/vnd.openxmlformats-officedocument.presentationml.slideLayout+xml"/>
  <Override PartName="/themeVariants/variant6/theme/slideLayouts/slideLayout7.xml" ContentType="application/vnd.openxmlformats-officedocument.presentationml.slideLayout+xml"/>
  <Override PartName="/themeVariants/variant6/theme/slideLayouts/slideLayout8.xml" ContentType="application/vnd.openxmlformats-officedocument.presentationml.slideLayout+xml"/>
  <Override PartName="/themeVariants/variant6/theme/slideLayouts/slideLayout9.xml" ContentType="application/vnd.openxmlformats-officedocument.presentationml.slideLayout+xml"/>
  <Override PartName="/themeVariants/variant6/theme/slideMasters/slideMaster1.xml" ContentType="application/vnd.openxmlformats-officedocument.presentationml.slideMaster+xml"/>
  <Override PartName="/themeVariants/variant6/theme/theme/theme1.xml" ContentType="application/vnd.openxmlformats-officedocument.theme+xml"/>
  <Override PartName="/themeVariants/variant6/theme/theme/themeManager.xml" ContentType="application/vnd.openxmlformats-officedocument.themeManager+xml"/>
  <Override PartName="/themeVariants/variant7/theme/presentation.xml" ContentType="application/vnd.openxmlformats-officedocument.presentationml.presentation.main+xml"/>
  <Override PartName="/themeVariants/variant7/theme/slideLayouts/slideLayout1.xml" ContentType="application/vnd.openxmlformats-officedocument.presentationml.slideLayout+xml"/>
  <Override PartName="/themeVariants/variant7/theme/slideLayouts/slideLayout10.xml" ContentType="application/vnd.openxmlformats-officedocument.presentationml.slideLayout+xml"/>
  <Override PartName="/themeVariants/variant7/theme/slideLayouts/slideLayout11.xml" ContentType="application/vnd.openxmlformats-officedocument.presentationml.slideLayout+xml"/>
  <Override PartName="/themeVariants/variant7/theme/slideLayouts/slideLayout12.xml" ContentType="application/vnd.openxmlformats-officedocument.presentationml.slideLayout+xml"/>
  <Override PartName="/themeVariants/variant7/theme/slideLayouts/slideLayout13.xml" ContentType="application/vnd.openxmlformats-officedocument.presentationml.slideLayout+xml"/>
  <Override PartName="/themeVariants/variant7/theme/slideLayouts/slideLayout14.xml" ContentType="application/vnd.openxmlformats-officedocument.presentationml.slideLayout+xml"/>
  <Override PartName="/themeVariants/variant7/theme/slideLayouts/slideLayout15.xml" ContentType="application/vnd.openxmlformats-officedocument.presentationml.slideLayout+xml"/>
  <Override PartName="/themeVariants/variant7/theme/slideLayouts/slideLayout16.xml" ContentType="application/vnd.openxmlformats-officedocument.presentationml.slideLayout+xml"/>
  <Override PartName="/themeVariants/variant7/theme/slideLayouts/slideLayout2.xml" ContentType="application/vnd.openxmlformats-officedocument.presentationml.slideLayout+xml"/>
  <Override PartName="/themeVariants/variant7/theme/slideLayouts/slideLayout3.xml" ContentType="application/vnd.openxmlformats-officedocument.presentationml.slideLayout+xml"/>
  <Override PartName="/themeVariants/variant7/theme/slideLayouts/slideLayout4.xml" ContentType="application/vnd.openxmlformats-officedocument.presentationml.slideLayout+xml"/>
  <Override PartName="/themeVariants/variant7/theme/slideLayouts/slideLayout5.xml" ContentType="application/vnd.openxmlformats-officedocument.presentationml.slideLayout+xml"/>
  <Override PartName="/themeVariants/variant7/theme/slideLayouts/slideLayout6.xml" ContentType="application/vnd.openxmlformats-officedocument.presentationml.slideLayout+xml"/>
  <Override PartName="/themeVariants/variant7/theme/slideLayouts/slideLayout7.xml" ContentType="application/vnd.openxmlformats-officedocument.presentationml.slideLayout+xml"/>
  <Override PartName="/themeVariants/variant7/theme/slideLayouts/slideLayout8.xml" ContentType="application/vnd.openxmlformats-officedocument.presentationml.slideLayout+xml"/>
  <Override PartName="/themeVariants/variant7/theme/slideLayouts/slideLayout9.xml" ContentType="application/vnd.openxmlformats-officedocument.presentationml.slideLayout+xml"/>
  <Override PartName="/themeVariants/variant7/theme/slideMasters/slideMaster1.xml" ContentType="application/vnd.openxmlformats-officedocument.presentationml.slideMaster+xml"/>
  <Override PartName="/themeVariants/variant7/theme/theme/theme1.xml" ContentType="application/vnd.openxmlformats-officedocument.theme+xml"/>
  <Override PartName="/themeVariants/variant7/theme/theme/themeManager.xml" ContentType="application/vnd.openxmlformats-officedocument.themeManager+xml"/>
  <Override PartName="/themeVariants/themeVariantManager.xml" ContentType="application/vnd.ms-office.themeVariantManag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>
          </p:cNvSpPr>
          <p:nvPr/>
        </p:nvSpPr>
        <p:spPr bwMode="auto">
          <a:xfrm>
            <a:off x="0" y="4323810"/>
            <a:ext cx="1744652" cy="778589"/>
          </a:xfrm>
          <a:custGeom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>
            </p:cNvSpPr>
            <p:nvPr/>
          </p:nvSpPr>
          <p:spPr bwMode="auto">
            <a:xfrm>
              <a:off x="6627813" y="194833"/>
              <a:ext cx="409575" cy="3646488"/>
            </a:xfrm>
            <a:custGeom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