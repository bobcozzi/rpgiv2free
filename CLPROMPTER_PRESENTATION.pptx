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dirty="0"/>
              <a:t>CL</a:t>
            </a:r>
            <a:r>
              <a:rPr lang="en-US" dirty="0"/>
              <a:t> </a:t>
            </a:r>
            <a:r>
              <a:rPr dirty="0"/>
              <a:t>Prompter</a:t>
            </a:r>
            <a:r>
              <a:rPr lang="en-US" dirty="0"/>
              <a:t> for VS CODE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Brings the classic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F4=Prompt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experience to VS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Works on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,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clle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,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cmd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, and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bnd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source members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Integrates with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Code for IBM 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for command </a:t>
            </a:r>
            <a:r>
              <a:rPr lang="en-US" sz="2400" b="0" i="0" dirty="0">
                <a:solidFill>
                  <a:srgbClr val="1A1A2E"/>
                </a:solidFill>
                <a:latin typeface="Calibri"/>
              </a:rPr>
              <a:t>entry</a:t>
            </a:r>
            <a:endParaRPr sz="24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By Bob Cozzi /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CozziResearch</a:t>
            </a:r>
            <a:endParaRPr sz="24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Currently in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PREVIEW</a:t>
            </a:r>
            <a:r>
              <a:rPr lang="en-US" sz="2400" dirty="0">
                <a:solidFill>
                  <a:srgbClr val="1A1A2E"/>
                </a:solidFill>
                <a:latin typeface="Calibri"/>
              </a:rPr>
              <a:t> 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lang="en-US" sz="2200" b="0" i="0" dirty="0">
                <a:solidFill>
                  <a:srgbClr val="1A1A2E"/>
                </a:solidFill>
                <a:latin typeface="Calibri"/>
              </a:rPr>
              <a:t>K</a:t>
            </a:r>
            <a:r>
              <a:rPr sz="2200" b="0" i="0" dirty="0">
                <a:solidFill>
                  <a:srgbClr val="1A1A2E"/>
                </a:solidFill>
                <a:latin typeface="Calibri"/>
              </a:rPr>
              <a:t>eep your Undo key (</a:t>
            </a:r>
            <a:r>
              <a:rPr sz="2200" b="0" i="0" dirty="0" err="1">
                <a:solidFill>
                  <a:srgbClr val="1A1A2E"/>
                </a:solidFill>
                <a:latin typeface="Calibri"/>
              </a:rPr>
              <a:t>Cmd+Z</a:t>
            </a:r>
            <a:r>
              <a:rPr sz="2200" b="0" i="0" dirty="0">
                <a:solidFill>
                  <a:srgbClr val="1A1A2E"/>
                </a:solidFill>
                <a:latin typeface="Calibri"/>
              </a:rPr>
              <a:t> / </a:t>
            </a:r>
            <a:r>
              <a:rPr sz="2200" b="0" i="0" dirty="0" err="1">
                <a:solidFill>
                  <a:srgbClr val="1A1A2E"/>
                </a:solidFill>
                <a:latin typeface="Calibri"/>
              </a:rPr>
              <a:t>Ctrl+Z</a:t>
            </a:r>
            <a:r>
              <a:rPr sz="2200" b="0" i="0" dirty="0">
                <a:solidFill>
                  <a:srgbClr val="1A1A2E"/>
                </a:solidFill>
                <a:latin typeface="Calibri"/>
              </a:rPr>
              <a:t>) handy!</a:t>
            </a:r>
            <a:r>
              <a:rPr lang="en-US" sz="22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lang="en-US" sz="2200" dirty="0">
                <a:solidFill>
                  <a:srgbClr val="1A1A2E"/>
                </a:solidFill>
                <a:latin typeface="Calibri"/>
                <a:sym typeface="Wingdings" pitchFamily="2" charset="2"/>
              </a:rPr>
              <a:t></a:t>
            </a:r>
            <a:endParaRPr lang="en-US" sz="22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2400" b="0" i="0" dirty="0">
                <a:solidFill>
                  <a:srgbClr val="1A1A2E"/>
                </a:solidFill>
                <a:latin typeface="Calibri"/>
              </a:rPr>
              <a:t>Early Users report great results</a:t>
            </a:r>
            <a:endParaRPr sz="2400" b="0" i="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What is IBM i F4 Prompting?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IBM i's 5250 green-screen has always had an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F4 key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for command prompting</a:t>
            </a:r>
            <a:endParaRPr lang="en-US" sz="2400" b="0" i="0" dirty="0">
              <a:solidFill>
                <a:srgbClr val="1A1A2E"/>
              </a:solidFill>
              <a:latin typeface="Calibri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lang="en-US" sz="2200" dirty="0">
                <a:solidFill>
                  <a:srgbClr val="1A1A2E"/>
                </a:solidFill>
                <a:latin typeface="Calibri"/>
              </a:rPr>
              <a:t>Originated way back on System/38 </a:t>
            </a:r>
            <a:r>
              <a:rPr lang="en-US" sz="2200">
                <a:solidFill>
                  <a:srgbClr val="1A1A2E"/>
                </a:solidFill>
                <a:latin typeface="Calibri"/>
              </a:rPr>
              <a:t>CPF release 1.0 circa 1980</a:t>
            </a:r>
            <a:endParaRPr sz="22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Pressing F4 on a CL command opens a full-screen parameter fill-in form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Each parameter is labeled, described, and validated with allowed values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Developers have relied on it for 40 years to build CL programs correctly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 err="1">
                <a:solidFill>
                  <a:srgbClr val="1A1A2E"/>
                </a:solidFill>
                <a:latin typeface="Calibri"/>
              </a:rPr>
              <a:t>CLPrompter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recreates this experience natively inside VS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To prompt a CL command: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Open a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.clle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.cmd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.bnd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file in VS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Place your cursor on the line containing the command to prompt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Press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or right-click and choose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"CL Prompter"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from the context menu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The prompter panel opens, pre-filled with any existing parameter values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Fill in or adjust the parameters, then press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apply 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F3/Esc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cancel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The Prompter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Opens as a VS Code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webview panel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alongside your editor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Displays the CL command name at the top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Each parameter is shown with: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Its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keyword name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LIB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OUTQ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JOBQ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 text input, dropdown, or textarea as appropriate for the parameter type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The allowed values or a description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Values already present in your source are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pre-populated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On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: the formatted CL statement is written back to your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Visual Focus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▶ arrow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indicator appears at the right edge of the label for the focused field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Makes it instantly clear which parameter you are editing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Especially helpful for commands with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20+ parameters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Indicator moves as you tab through fields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Matches the directional cue style that IBM i 5250 users are familiar with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Keyboard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TAB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key: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Moves focus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forward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through all input fields, just like classic 5250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No mouse required — full keyboard-only workflow supported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TAB does not accidentally enter literal tab characters into values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(within a CMD/CMDSTR textarea):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Opens 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nested prompter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the embedded command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Nested panel opens side-by-side, titled with "(nested)"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Submitting the nested prompter returns its result to the parent field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F3 / Esc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Cancels the prompter and returns to the editor with no changes made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Nested Prompting (F4 within CMD)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Some CL commands accept another command as a parameter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SBMJOB CMD()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In the SBMJOB prompter, type a command name in the CMD textarea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CALL PGM(MYPGM)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Press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while the cursor is in that textarea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second prompter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opens in a side-by-side panel for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CALL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Fill in the CALL parameters and press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Enter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The formatted command string is returned to SBMJOB's CMD field automatically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Supports arbitrarily complex nested command chains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Comment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Trailing comments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on your CL command line are automatically detected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Example: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DLTF FILE(MYLIB/WRKFILE)  /* Cleanup temp file */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Comments are preserved and correctly re-attached after prompting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Multi-line comments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are wrapped and indented to match IBM i style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Single-line or end-of-line comments never get lost during prompting or formatting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Intelligent Formatting: ELEM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 commands like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CHGJOB LOG(4 0 *SECLVL)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have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ELEM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(element) parameters: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Multiple values that belong together in one logical group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CLPrompter keeps ELEM groups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on a single line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when possible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Prevents awkward mid-group line breaks that break readability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Handles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SBMJOB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EXTRA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LOG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and other compound ELEM types correctly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Nested parentheses in ELEM groups are correctly preserved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CL Source Formatter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1773936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CLPrompter includes 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standalone CL formatter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(separate from the prompter):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374136"/>
          <a:ext cx="1124712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 CL (current 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Re-formats the CL command on the cursor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 CL (file)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Re-formats all CL commands in the current file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0916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Formatting applies: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932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Configurable label, command, keyword, and continuation column positions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772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Correct right-margin wrapping with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+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-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continuation characters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6130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IBM i-style comment placement (same line when space permits)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4535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Blank line preservation between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Formatting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2084832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Fine-tune exactly where each part of a CL statement appears: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85032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formatLabelPosition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Column where command label starts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formatCmdPosition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Column where command name starts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formatKwdPosition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Column where first keyword starts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formatContinuePosition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Column for continuation lines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formatRightMargin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Maximum line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formatIndentComments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*YES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Indent comments with code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Case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CLPrompter can normalize case when returning from the prompter or formatting: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`convertCmdAndParmNameCase`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*UPPER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CHGVAR VAR(&amp;X) VALUE(1)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← uppercase command and keywords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*LOWER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chgvar var(&amp;x) value(1)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← all lowercase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*NONE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leave case exactly as typed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`convertParmValueToUpperCase`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When enabled: CL variables, operators, and built-in functions go uppercase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Example: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'&amp;pickles *bcat %trim(x)'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'&amp;PICKLES *BCAT %TRIM(x)'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Applies to values returned from the prompter and during file formatting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Theme-Aware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The prompter's parameter display adapts to your VS Code color theme: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Keyword color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configurable via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clPrompter.kwdColor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(any CSS color)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Value color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configurable via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clPrompter.kwdValueColor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`kwdColorAutoAdjust`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automatically adjusts keyword color for best contrast in light, dark, or high-contrast themes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Works with any VS Code theme — no manual reconfiguration needed when you switch themes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Public API for Extension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1655064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CLPrompter exposes 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programmatic API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so other extensions can invoke 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55264"/>
            <a:ext cx="11247120" cy="1709928"/>
          </a:xfrm>
          <a:prstGeom prst="rect">
            <a:avLst/>
          </a:prstGeom>
          <a:solidFill>
            <a:srgbClr val="1E1E1E"/>
          </a:solidFill>
        </p:spPr>
        <p:txBody>
          <a:bodyPr wrap="none" lIns="146304" tIns="128016" rIns="109728" bIns="109728">
            <a:spAutoFit/>
          </a:bodyPr>
          <a:lstStyle/>
          <a:p>
            <a:r>
              <a:rPr sz="1000" b="0">
                <a:solidFill>
                  <a:srgbClr val="D4D4D4"/>
                </a:solidFill>
                <a:latin typeface="Letter Gothic MT"/>
              </a:rPr>
              <a:t>const clPrompterExt = vscode.extensions.getExtension('CozziResearch.clprompter');</a:t>
            </a:r>
          </a:p>
          <a:p>
            <a:r>
              <a:rPr sz="1000" b="0">
                <a:solidFill>
                  <a:srgbClr val="D4D4D4"/>
                </a:solidFill>
                <a:latin typeface="Letter Gothic MT"/>
              </a:rPr>
              <a:t>if (clPrompterExt) {</a:t>
            </a:r>
          </a:p>
          <a:p>
            <a:r>
              <a:rPr sz="1000" b="0">
                <a:solidFill>
                  <a:srgbClr val="D4D4D4"/>
                </a:solidFill>
                <a:latin typeface="Letter Gothic MT"/>
              </a:rPr>
              <a:t>    if (!clPrompterExt.isActive) await clPrompterExt.activate();</a:t>
            </a:r>
          </a:p>
          <a:p>
            <a:r>
              <a:rPr sz="1000" b="0">
                <a:solidFill>
                  <a:srgbClr val="D4D4D4"/>
                </a:solidFill>
                <a:latin typeface="Letter Gothic MT"/>
              </a:rPr>
              <a:t>    const { CLPrompter } = clPrompterExt.exports;</a:t>
            </a:r>
          </a:p>
          <a:p>
            <a:r>
              <a:rPr sz="1000" b="0">
                <a:solidFill>
                  <a:srgbClr val="D4D4D4"/>
                </a:solidFill>
                <a:latin typeface="Letter Gothic MT"/>
              </a:rPr>
              <a:t>    const result = await CLPrompter(commandString, extensionUri);</a:t>
            </a:r>
          </a:p>
          <a:p>
            <a:r>
              <a:rPr sz="1000" b="0">
                <a:solidFill>
                  <a:srgbClr val="D4D4D4"/>
                </a:solidFill>
                <a:latin typeface="Letter Gothic MT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9320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497D"/>
                </a:solidFill>
                <a:latin typeface="Calibri"/>
              </a:rPr>
              <a:t>No npm package required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— access is through the VS Code extension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7725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Two integration modes: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optional enhancement</a:t>
            </a:r>
            <a:r>
              <a:rPr sz="14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400" b="1" i="0">
                <a:solidFill>
                  <a:srgbClr val="1F497D"/>
                </a:solidFill>
                <a:latin typeface="Calibri"/>
              </a:rPr>
              <a:t>required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6130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Returns the updated command string after 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4535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Documented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CLPROMPTER_API.md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Diagnostic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For troubleshooting or reporting issues to support: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Save Command XML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clPrompter.saveCmdXMLtoFile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Writes the IBM i command definition XML to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cmdDefn.xml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Useful to see exactly what parameter structure was returned from IBM 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Configurable output directory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${tmpdir}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${userHome}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or absolute path)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Save Prompter HTML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clPrompter.savePrompterHTMLtoFile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Saves the generated prompter HTML to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clPrompt-&lt;cmdName&gt;.html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Can be sent to support to diagnose display issues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Not recommended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normal daily use — enable only when troubleshooting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Requirements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Dependencies: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VS Code 1.80+ (any platform: macOS, Windows, Linux)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Code for IBM i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(by Halcyon) — provides the IBM i connection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An active connection to an IBM i system (for command definitions)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Works with: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Any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.clle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.bnd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.cmd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source file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IBM CLLE extension (syntax highlighting, outline, definition navigation)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Any IBM i source opened via Code for IBM i member editing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CLPrompter gives IBM i CL developers the full F4 prompt experience in VS Code: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F4 key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prompt any CL command instantly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Pre-populated fields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existing parameter values loaded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Nested prompting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F4 inside CMD/CMDSTR opens a second prompter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Comment preservation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trailing comments survive editing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CL Formatter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format current line or entire file on demand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Case conversion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uppercase, lowercase, or as-is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Configurable columns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match your shop's CL formatting standards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Theme-aware colors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looks right in any VS Code theme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Public API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other extensions can invoke CLPrompter programmatically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Microsoft Macintosh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Courier New</vt:lpstr>
      <vt:lpstr>Letter Gothic MT</vt:lpstr>
      <vt:lpstr>Wingdings 3</vt:lpstr>
      <vt:lpstr>Wisp</vt:lpstr>
      <vt:lpstr>CL Prompter for VS CODE</vt:lpstr>
      <vt:lpstr>What is IBM i F4 Prompting?</vt:lpstr>
      <vt:lpstr>Getting Started</vt:lpstr>
      <vt:lpstr>The Prompter Panel</vt:lpstr>
      <vt:lpstr>Visual Focus Indicator</vt:lpstr>
      <vt:lpstr>Keyboard Navigation</vt:lpstr>
      <vt:lpstr>Nested Prompting (F4 within CMD)</vt:lpstr>
      <vt:lpstr>Comment Preservation</vt:lpstr>
      <vt:lpstr>Intelligent Formatting: ELEM Parameters</vt:lpstr>
      <vt:lpstr>CL Source Formatter</vt:lpstr>
      <vt:lpstr>Formatting Configuration</vt:lpstr>
      <vt:lpstr>Case Conversion</vt:lpstr>
      <vt:lpstr>Theme-Aware Colors</vt:lpstr>
      <vt:lpstr>Public API for Extension Authors</vt:lpstr>
      <vt:lpstr>Diagnostic Tools</vt:lpstr>
      <vt:lpstr>Requirements &amp; Integration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Bob Cozzi</cp:lastModifiedBy>
  <cp:revision>2</cp:revision>
  <dcterms:modified xsi:type="dcterms:W3CDTF">2026-04-02T19:28:37Z</dcterms:modified>
</cp:coreProperties>
</file>